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1" d="100"/>
          <a:sy n="121" d="100"/>
        </p:scale>
        <p:origin x="600" y="6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263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494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85610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988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209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14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592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62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3066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594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8768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6559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7290054" cy="908538"/>
          </a:xfrm>
        </p:spPr>
        <p:txBody>
          <a:bodyPr/>
          <a:lstStyle/>
          <a:p>
            <a:r>
              <a:rPr lang="en-US" dirty="0"/>
              <a:t>Hackathon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/>
              <a:t>Problem</a:t>
            </a:r>
          </a:p>
          <a:p>
            <a:r>
              <a:rPr dirty="0"/>
              <a:t>What problems are we solving?</a:t>
            </a:r>
          </a:p>
          <a:p>
            <a:r>
              <a:rPr dirty="0"/>
              <a:t>- </a:t>
            </a:r>
          </a:p>
          <a:p>
            <a:r>
              <a:rPr dirty="0"/>
              <a:t>- </a:t>
            </a:r>
          </a:p>
          <a:p>
            <a:r>
              <a:rPr dirty="0"/>
              <a:t>- </a:t>
            </a:r>
          </a:p>
          <a:p>
            <a:r>
              <a:rPr dirty="0"/>
              <a:t>-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09728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Scope</a:t>
            </a:r>
          </a:p>
          <a:p>
            <a:r>
              <a:t>What is the scope of the project?</a:t>
            </a:r>
          </a:p>
          <a:p>
            <a:r>
              <a:t>- </a:t>
            </a:r>
          </a:p>
          <a:p>
            <a:r>
              <a:t>- </a:t>
            </a:r>
          </a:p>
          <a:p>
            <a:r>
              <a:t>- </a:t>
            </a:r>
          </a:p>
          <a:p>
            <a:r>
              <a:t>-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Impact</a:t>
            </a:r>
          </a:p>
          <a:p>
            <a:r>
              <a:t>What is the measurable impact ($$$)?</a:t>
            </a:r>
          </a:p>
          <a:p>
            <a:r>
              <a:t>- </a:t>
            </a:r>
          </a:p>
          <a:p>
            <a:r>
              <a:t>- </a:t>
            </a:r>
          </a:p>
          <a:p>
            <a:r>
              <a:t>- </a:t>
            </a:r>
          </a:p>
          <a:p>
            <a:r>
              <a:t>-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3474720"/>
            <a:ext cx="41148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Actions</a:t>
            </a:r>
          </a:p>
          <a:p>
            <a:r>
              <a:t>Who owns the actions going forward?</a:t>
            </a:r>
          </a:p>
          <a:p>
            <a:r>
              <a:t>- </a:t>
            </a:r>
          </a:p>
          <a:p>
            <a:r>
              <a:t>- </a:t>
            </a:r>
          </a:p>
          <a:p>
            <a:r>
              <a:t>- </a:t>
            </a:r>
          </a:p>
          <a:p>
            <a:r>
              <a:t>- 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36</TotalTime>
  <Words>48</Words>
  <Application>Microsoft Office PowerPoint</Application>
  <PresentationFormat>On-screen Show (4:3)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Tw Cen MT</vt:lpstr>
      <vt:lpstr>Tw Cen MT Condensed</vt:lpstr>
      <vt:lpstr>Wingdings 3</vt:lpstr>
      <vt:lpstr>Integral</vt:lpstr>
      <vt:lpstr>Hackathon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Tammy McClellan</dc:creator>
  <cp:keywords/>
  <dc:description>generated using python-pptx</dc:description>
  <cp:lastModifiedBy>Tammy McClellan</cp:lastModifiedBy>
  <cp:revision>5</cp:revision>
  <dcterms:created xsi:type="dcterms:W3CDTF">2013-01-27T09:14:16Z</dcterms:created>
  <dcterms:modified xsi:type="dcterms:W3CDTF">2026-06-26T16:04:12Z</dcterms:modified>
  <cp:category/>
</cp:coreProperties>
</file>